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62" autoAdjust="0"/>
    <p:restoredTop sz="90929"/>
  </p:normalViewPr>
  <p:slideViewPr>
    <p:cSldViewPr>
      <p:cViewPr varScale="1">
        <p:scale>
          <a:sx n="116" d="100"/>
          <a:sy n="116" d="100"/>
        </p:scale>
        <p:origin x="121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6CD91-D731-4780-57DD-ACFF31E5A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68CFC-2211-D1EF-8B1C-6AB84F9DB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CD992-2A71-B4A6-55AB-51FDC53DF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D0B68-DDDF-9477-B2FE-6C17360E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8258B-DEE6-4B32-056D-0CD8A433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494A-9169-7847-A129-E8B375A7AC94}" type="slidenum">
              <a:rPr lang="en-US" altLang="en-NG"/>
              <a:pPr/>
              <a:t>‹#›</a:t>
            </a:fld>
            <a:endParaRPr lang="en-US" altLang="en-NG"/>
          </a:p>
        </p:txBody>
      </p:sp>
    </p:spTree>
    <p:extLst>
      <p:ext uri="{BB962C8B-B14F-4D97-AF65-F5344CB8AC3E}">
        <p14:creationId xmlns:p14="http://schemas.microsoft.com/office/powerpoint/2010/main" val="116051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7C1E-1EBC-3C6B-1186-A2DA6382F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05F86-7B17-7D6A-73CE-BC9D87339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EF3BC-CC39-4C3B-17D2-74089A53D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C706D-75DE-4836-1046-219F0B9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CCFEE-EE0A-5C61-8DFE-87E8E2C5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5C78F4-1290-1646-981C-2D658E9B00D0}" type="slidenum">
              <a:rPr lang="en-US" altLang="en-NG"/>
              <a:pPr/>
              <a:t>‹#›</a:t>
            </a:fld>
            <a:endParaRPr lang="en-US" altLang="en-NG"/>
          </a:p>
        </p:txBody>
      </p:sp>
    </p:spTree>
    <p:extLst>
      <p:ext uri="{BB962C8B-B14F-4D97-AF65-F5344CB8AC3E}">
        <p14:creationId xmlns:p14="http://schemas.microsoft.com/office/powerpoint/2010/main" val="3966465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5C17-E389-3B6C-D73D-123E51356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6DC55-7DE7-4129-B1E1-D17474F79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E5CC8-F737-C8A4-3B49-D2BBBDBD6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B3378-91C8-6235-B957-3F6434EA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6968C-7487-C98F-62DA-CD31D6E84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804A4-7920-3C49-B5B5-44EAEDD95F9C}" type="slidenum">
              <a:rPr lang="en-US" altLang="en-NG"/>
              <a:pPr/>
              <a:t>‹#›</a:t>
            </a:fld>
            <a:endParaRPr lang="en-US" altLang="en-NG"/>
          </a:p>
        </p:txBody>
      </p:sp>
    </p:spTree>
    <p:extLst>
      <p:ext uri="{BB962C8B-B14F-4D97-AF65-F5344CB8AC3E}">
        <p14:creationId xmlns:p14="http://schemas.microsoft.com/office/powerpoint/2010/main" val="1040080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A7671-E8B0-8C49-09E5-7BB1E44D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151C-BBFB-B353-3970-A5A98013A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97565-BA3E-0466-2B6D-537960A02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A8D66-AC7D-79DA-7676-A13344484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33909-DC29-0AC4-C46F-84AF1766A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901D5-2B32-7B71-A23A-23D88847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250C9-C63F-1941-BA6A-3E68400F51DA}" type="slidenum">
              <a:rPr lang="en-US" altLang="en-NG"/>
              <a:pPr/>
              <a:t>‹#›</a:t>
            </a:fld>
            <a:endParaRPr lang="en-US" altLang="en-NG"/>
          </a:p>
        </p:txBody>
      </p:sp>
    </p:spTree>
    <p:extLst>
      <p:ext uri="{BB962C8B-B14F-4D97-AF65-F5344CB8AC3E}">
        <p14:creationId xmlns:p14="http://schemas.microsoft.com/office/powerpoint/2010/main" val="346885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5EEB-65B3-1EB1-921B-893A56F36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B30F3-3863-256A-EFBE-BC379EDF3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2BE9E-6649-EC16-1B95-DD439D832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1C616-7477-9B87-6F23-7DCE7F714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9F16A-893B-BB95-64F4-F0EFA5194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7B9B40-1F86-4596-9A85-C65B52D1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D049D-DACE-0C56-CB7B-9B5ED33A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55C013-717A-6C12-6F94-FBD4A41E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07812-4EFA-1A4A-AD67-5D7FEB7E8F96}" type="slidenum">
              <a:rPr lang="en-US" altLang="en-NG"/>
              <a:pPr/>
              <a:t>‹#›</a:t>
            </a:fld>
            <a:endParaRPr lang="en-US" altLang="en-NG"/>
          </a:p>
        </p:txBody>
      </p:sp>
    </p:spTree>
    <p:extLst>
      <p:ext uri="{BB962C8B-B14F-4D97-AF65-F5344CB8AC3E}">
        <p14:creationId xmlns:p14="http://schemas.microsoft.com/office/powerpoint/2010/main" val="3964555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F2E11-839F-A7CF-74CD-44125B0C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C2E327-4C08-B03F-996E-48C9256D6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385F5-971A-055F-4306-C7C7095A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66F58-51AD-CC43-94DC-142C0B42C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0FA95-6854-A643-956C-3F025F116D2C}" type="slidenum">
              <a:rPr lang="en-US" altLang="en-NG"/>
              <a:pPr/>
              <a:t>‹#›</a:t>
            </a:fld>
            <a:endParaRPr lang="en-US" altLang="en-NG"/>
          </a:p>
        </p:txBody>
      </p:sp>
    </p:spTree>
    <p:extLst>
      <p:ext uri="{BB962C8B-B14F-4D97-AF65-F5344CB8AC3E}">
        <p14:creationId xmlns:p14="http://schemas.microsoft.com/office/powerpoint/2010/main" val="377914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8D32AE-28F6-973F-B166-EE7D9406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EAD16E-4441-4FE7-7E5D-AA281106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46E75-1065-A6FF-320B-29EBE4BCE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C9168E-9326-6B46-B203-228A88DF7AC6}" type="slidenum">
              <a:rPr lang="en-US" altLang="en-NG"/>
              <a:pPr/>
              <a:t>‹#›</a:t>
            </a:fld>
            <a:endParaRPr lang="en-US" altLang="en-NG"/>
          </a:p>
        </p:txBody>
      </p:sp>
    </p:spTree>
    <p:extLst>
      <p:ext uri="{BB962C8B-B14F-4D97-AF65-F5344CB8AC3E}">
        <p14:creationId xmlns:p14="http://schemas.microsoft.com/office/powerpoint/2010/main" val="2147684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A741-69DB-4875-0994-AFDEFC2C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DC491-4B89-D3C7-4530-CCF627312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491E5-E631-810D-D177-233DF3857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7FB23-DB52-750A-24B9-F153C6B62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9075E-EF5C-F328-EE3E-EE7924DF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7E277-FB0D-9A04-2EE5-3F5A5370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AEA6AD-698B-2845-8848-404D7105656B}" type="slidenum">
              <a:rPr lang="en-US" altLang="en-NG"/>
              <a:pPr/>
              <a:t>‹#›</a:t>
            </a:fld>
            <a:endParaRPr lang="en-US" altLang="en-NG"/>
          </a:p>
        </p:txBody>
      </p:sp>
    </p:spTree>
    <p:extLst>
      <p:ext uri="{BB962C8B-B14F-4D97-AF65-F5344CB8AC3E}">
        <p14:creationId xmlns:p14="http://schemas.microsoft.com/office/powerpoint/2010/main" val="1366468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967E-7D5C-7393-B5BA-8DD9569EB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AF93D-05A8-C265-6C33-28389F89B3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2927F-97C7-B5CB-C48A-991DDCECC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081A9-C3CF-B334-F3EE-1CA81C0F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6418D-823B-3DA9-A508-9CBBFD970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CD2A1-7B0B-E15D-760E-8FCEADA40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BB2AB8-94C5-C54B-B343-85970D1E20E7}" type="slidenum">
              <a:rPr lang="en-US" altLang="en-NG"/>
              <a:pPr/>
              <a:t>‹#›</a:t>
            </a:fld>
            <a:endParaRPr lang="en-US" altLang="en-NG"/>
          </a:p>
        </p:txBody>
      </p:sp>
    </p:spTree>
    <p:extLst>
      <p:ext uri="{BB962C8B-B14F-4D97-AF65-F5344CB8AC3E}">
        <p14:creationId xmlns:p14="http://schemas.microsoft.com/office/powerpoint/2010/main" val="426986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9736C-3522-8199-DB4D-B4E8DDA4A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0D952-C63D-C917-02C1-3F19E2A0F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9734A-C6D1-9908-1F65-6339979C9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7FFE0-A56B-A7D2-00F6-4997D83A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80567-7BDF-B0E1-4426-E961647B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0F8CFC-589E-DD4F-AC39-283D03927F27}" type="slidenum">
              <a:rPr lang="en-US" altLang="en-NG"/>
              <a:pPr/>
              <a:t>‹#›</a:t>
            </a:fld>
            <a:endParaRPr lang="en-US" altLang="en-NG"/>
          </a:p>
        </p:txBody>
      </p:sp>
    </p:spTree>
    <p:extLst>
      <p:ext uri="{BB962C8B-B14F-4D97-AF65-F5344CB8AC3E}">
        <p14:creationId xmlns:p14="http://schemas.microsoft.com/office/powerpoint/2010/main" val="340875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9954C-2A92-F297-58B0-AEFEBE0D4A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53C4C-28E4-1F9A-5513-E1D115C8C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04449-4674-B20C-F124-43E05653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BAB69-6620-DB5D-6FF5-2A98E251F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C7803-2F17-4C2F-AD03-FC489946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8A4ED1-5D06-AA4D-9CE6-7CCEA321B53B}" type="slidenum">
              <a:rPr lang="en-US" altLang="en-NG"/>
              <a:pPr/>
              <a:t>‹#›</a:t>
            </a:fld>
            <a:endParaRPr lang="en-US" altLang="en-NG"/>
          </a:p>
        </p:txBody>
      </p:sp>
    </p:spTree>
    <p:extLst>
      <p:ext uri="{BB962C8B-B14F-4D97-AF65-F5344CB8AC3E}">
        <p14:creationId xmlns:p14="http://schemas.microsoft.com/office/powerpoint/2010/main" val="2505634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9115BE4-D854-5F6E-02DE-2CAF06328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NG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863B626-71AA-037F-C2E7-B86EB5012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NG"/>
              <a:t>Click to edit Master text styles</a:t>
            </a:r>
          </a:p>
          <a:p>
            <a:pPr lvl="1"/>
            <a:r>
              <a:rPr lang="en-US" altLang="en-NG"/>
              <a:t>Second level</a:t>
            </a:r>
          </a:p>
          <a:p>
            <a:pPr lvl="2"/>
            <a:r>
              <a:rPr lang="en-US" altLang="en-NG"/>
              <a:t>Third level</a:t>
            </a:r>
          </a:p>
          <a:p>
            <a:pPr lvl="3"/>
            <a:r>
              <a:rPr lang="en-US" altLang="en-NG"/>
              <a:t>Fourth level</a:t>
            </a:r>
          </a:p>
          <a:p>
            <a:pPr lvl="4"/>
            <a:r>
              <a:rPr lang="en-US" altLang="en-NG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A54EC98-9025-0D7F-DCFA-665DA1986FB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NG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5992396-1051-574D-A3D0-38A80730A6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NG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359A602-76DA-0A00-F150-A94D918927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480ADB4-342E-0448-AABF-CBF68A86ECBA}" type="slidenum">
              <a:rPr lang="en-US" altLang="en-NG"/>
              <a:pPr/>
              <a:t>‹#›</a:t>
            </a:fld>
            <a:endParaRPr lang="en-US" altLang="en-N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1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1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1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1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1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1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1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C2959F4-B25C-D11F-9612-7FF97CA136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52400"/>
            <a:ext cx="4038600" cy="228600"/>
          </a:xfrm>
        </p:spPr>
        <p:txBody>
          <a:bodyPr anchor="ctr"/>
          <a:lstStyle/>
          <a:p>
            <a:r>
              <a:rPr lang="en-US" altLang="en-NG" sz="1800"/>
              <a:t>1-1 Battle Hymn of the Republic</a:t>
            </a:r>
            <a:endParaRPr lang="en-US" altLang="en-NG" sz="4400"/>
          </a:p>
        </p:txBody>
      </p:sp>
      <p:pic>
        <p:nvPicPr>
          <p:cNvPr id="2094" name="Picture 46">
            <a:extLst>
              <a:ext uri="{FF2B5EF4-FFF2-40B4-BE49-F238E27FC236}">
                <a16:creationId xmlns:a16="http://schemas.microsoft.com/office/drawing/2014/main" id="{51E0CB43-B122-8EAA-EE16-3F2229228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5" name="Text Box 47">
            <a:extLst>
              <a:ext uri="{FF2B5EF4-FFF2-40B4-BE49-F238E27FC236}">
                <a16:creationId xmlns:a16="http://schemas.microsoft.com/office/drawing/2014/main" id="{C389E601-281F-5A21-DCDE-50798D66D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050" y="762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>
                <a:ea typeface="ＭＳ Ｐゴシック" panose="020B0600070205080204" pitchFamily="34" charset="-128"/>
              </a:rPr>
              <a:t>649</a:t>
            </a:r>
            <a:endParaRPr lang="en-US" altLang="en-NG">
              <a:ea typeface="ＭＳ Ｐゴシック" panose="020B0600070205080204" pitchFamily="34" charset="-128"/>
            </a:endParaRPr>
          </a:p>
        </p:txBody>
      </p:sp>
      <p:sp>
        <p:nvSpPr>
          <p:cNvPr id="2096" name="Text Box 48">
            <a:extLst>
              <a:ext uri="{FF2B5EF4-FFF2-40B4-BE49-F238E27FC236}">
                <a16:creationId xmlns:a16="http://schemas.microsoft.com/office/drawing/2014/main" id="{4657BDD0-D421-688A-C565-0B026A0A6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391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/>
              <a:t>Battle Hymn of the Republic</a:t>
            </a:r>
            <a:endParaRPr lang="en-US" altLang="en-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5C9504BE-6787-2BE1-6228-624F5FBF8FE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52400"/>
            <a:ext cx="4038600" cy="228600"/>
          </a:xfrm>
        </p:spPr>
        <p:txBody>
          <a:bodyPr anchor="ctr"/>
          <a:lstStyle/>
          <a:p>
            <a:r>
              <a:rPr lang="en-US" altLang="en-NG" sz="1800"/>
              <a:t>1-2 Battle Hymn of the Republic</a:t>
            </a:r>
            <a:endParaRPr lang="en-US" altLang="en-NG" sz="4400"/>
          </a:p>
        </p:txBody>
      </p:sp>
      <p:pic>
        <p:nvPicPr>
          <p:cNvPr id="175107" name="Picture 3">
            <a:extLst>
              <a:ext uri="{FF2B5EF4-FFF2-40B4-BE49-F238E27FC236}">
                <a16:creationId xmlns:a16="http://schemas.microsoft.com/office/drawing/2014/main" id="{E3B08983-FEB4-45A2-93CB-7C38E683F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5108" name="Text Box 4">
            <a:extLst>
              <a:ext uri="{FF2B5EF4-FFF2-40B4-BE49-F238E27FC236}">
                <a16:creationId xmlns:a16="http://schemas.microsoft.com/office/drawing/2014/main" id="{DBA1E8CD-3053-8854-346A-BBDABFB0A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050" y="762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>
                <a:ea typeface="ＭＳ Ｐゴシック" panose="020B0600070205080204" pitchFamily="34" charset="-128"/>
              </a:rPr>
              <a:t>649</a:t>
            </a:r>
            <a:endParaRPr lang="en-US" altLang="en-NG">
              <a:ea typeface="ＭＳ Ｐゴシック" panose="020B0600070205080204" pitchFamily="34" charset="-128"/>
            </a:endParaRPr>
          </a:p>
        </p:txBody>
      </p:sp>
      <p:sp>
        <p:nvSpPr>
          <p:cNvPr id="175109" name="Text Box 5">
            <a:extLst>
              <a:ext uri="{FF2B5EF4-FFF2-40B4-BE49-F238E27FC236}">
                <a16:creationId xmlns:a16="http://schemas.microsoft.com/office/drawing/2014/main" id="{1387114B-AEF0-16B1-370E-DD7241E8D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391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/>
              <a:t>Battle Hymn of the Republic</a:t>
            </a:r>
            <a:endParaRPr lang="en-US" altLang="en-N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92170D16-0B8A-B5CA-CBA7-C5C80A327E0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52400"/>
            <a:ext cx="4038600" cy="228600"/>
          </a:xfrm>
        </p:spPr>
        <p:txBody>
          <a:bodyPr anchor="ctr"/>
          <a:lstStyle/>
          <a:p>
            <a:r>
              <a:rPr lang="en-US" altLang="en-NG" sz="1800"/>
              <a:t>1-3 Battle Hymn of the Republic</a:t>
            </a:r>
            <a:endParaRPr lang="en-US" altLang="en-NG" sz="4400"/>
          </a:p>
        </p:txBody>
      </p:sp>
      <p:pic>
        <p:nvPicPr>
          <p:cNvPr id="176131" name="Picture 3">
            <a:extLst>
              <a:ext uri="{FF2B5EF4-FFF2-40B4-BE49-F238E27FC236}">
                <a16:creationId xmlns:a16="http://schemas.microsoft.com/office/drawing/2014/main" id="{8AE5EFED-AE91-5960-EB50-906DCD95E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132" name="Text Box 4">
            <a:extLst>
              <a:ext uri="{FF2B5EF4-FFF2-40B4-BE49-F238E27FC236}">
                <a16:creationId xmlns:a16="http://schemas.microsoft.com/office/drawing/2014/main" id="{91241430-F723-7A65-06D9-80B154842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050" y="762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>
                <a:ea typeface="ＭＳ Ｐゴシック" panose="020B0600070205080204" pitchFamily="34" charset="-128"/>
              </a:rPr>
              <a:t>649</a:t>
            </a:r>
            <a:endParaRPr lang="en-US" altLang="en-NG">
              <a:ea typeface="ＭＳ Ｐゴシック" panose="020B0600070205080204" pitchFamily="34" charset="-128"/>
            </a:endParaRPr>
          </a:p>
        </p:txBody>
      </p:sp>
      <p:sp>
        <p:nvSpPr>
          <p:cNvPr id="176133" name="Text Box 5">
            <a:extLst>
              <a:ext uri="{FF2B5EF4-FFF2-40B4-BE49-F238E27FC236}">
                <a16:creationId xmlns:a16="http://schemas.microsoft.com/office/drawing/2014/main" id="{28CC9335-6494-2FB4-D1B6-1642AABDC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391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/>
              <a:t>Battle Hymn of the Republic</a:t>
            </a:r>
            <a:endParaRPr lang="en-US" altLang="en-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B8D2114F-C42E-86B7-5411-0CD94D3EC8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52400"/>
            <a:ext cx="4038600" cy="228600"/>
          </a:xfrm>
        </p:spPr>
        <p:txBody>
          <a:bodyPr anchor="ctr"/>
          <a:lstStyle/>
          <a:p>
            <a:r>
              <a:rPr lang="en-US" altLang="en-NG" sz="1800"/>
              <a:t>1-4 Battle Hymn of the Republic</a:t>
            </a:r>
            <a:endParaRPr lang="en-US" altLang="en-NG" sz="4400"/>
          </a:p>
        </p:txBody>
      </p:sp>
      <p:pic>
        <p:nvPicPr>
          <p:cNvPr id="177155" name="Picture 3">
            <a:extLst>
              <a:ext uri="{FF2B5EF4-FFF2-40B4-BE49-F238E27FC236}">
                <a16:creationId xmlns:a16="http://schemas.microsoft.com/office/drawing/2014/main" id="{8426E78D-92F0-5F57-5BDB-E0F0BE6FC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7156" name="Text Box 4">
            <a:extLst>
              <a:ext uri="{FF2B5EF4-FFF2-40B4-BE49-F238E27FC236}">
                <a16:creationId xmlns:a16="http://schemas.microsoft.com/office/drawing/2014/main" id="{56E42C5D-D157-A6AA-10BC-252E198B0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050" y="762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>
                <a:ea typeface="ＭＳ Ｐゴシック" panose="020B0600070205080204" pitchFamily="34" charset="-128"/>
              </a:rPr>
              <a:t>649</a:t>
            </a:r>
            <a:endParaRPr lang="en-US" altLang="en-NG">
              <a:ea typeface="ＭＳ Ｐゴシック" panose="020B0600070205080204" pitchFamily="34" charset="-128"/>
            </a:endParaRPr>
          </a:p>
        </p:txBody>
      </p:sp>
      <p:sp>
        <p:nvSpPr>
          <p:cNvPr id="177157" name="Text Box 5">
            <a:extLst>
              <a:ext uri="{FF2B5EF4-FFF2-40B4-BE49-F238E27FC236}">
                <a16:creationId xmlns:a16="http://schemas.microsoft.com/office/drawing/2014/main" id="{28CF2C91-4ED4-F044-3F9E-24ED6BC79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391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/>
              <a:t>Battle Hymn of the Republic</a:t>
            </a:r>
            <a:endParaRPr lang="en-US" altLang="en-N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469CD57E-2C25-8582-37F5-000113FE3BB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52400"/>
            <a:ext cx="4038600" cy="228600"/>
          </a:xfrm>
        </p:spPr>
        <p:txBody>
          <a:bodyPr anchor="ctr"/>
          <a:lstStyle/>
          <a:p>
            <a:r>
              <a:rPr lang="en-US" altLang="en-NG" sz="1800"/>
              <a:t>2-1 Battle Hymn of the Republic</a:t>
            </a:r>
            <a:endParaRPr lang="en-US" altLang="en-NG" sz="4400"/>
          </a:p>
        </p:txBody>
      </p:sp>
      <p:pic>
        <p:nvPicPr>
          <p:cNvPr id="178179" name="Picture 3">
            <a:extLst>
              <a:ext uri="{FF2B5EF4-FFF2-40B4-BE49-F238E27FC236}">
                <a16:creationId xmlns:a16="http://schemas.microsoft.com/office/drawing/2014/main" id="{120EED8D-6EF6-A522-9000-FA787C46F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8180" name="Text Box 4">
            <a:extLst>
              <a:ext uri="{FF2B5EF4-FFF2-40B4-BE49-F238E27FC236}">
                <a16:creationId xmlns:a16="http://schemas.microsoft.com/office/drawing/2014/main" id="{6B9D9C5D-A246-DDC7-C318-21C2E6996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050" y="762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>
                <a:ea typeface="ＭＳ Ｐゴシック" panose="020B0600070205080204" pitchFamily="34" charset="-128"/>
              </a:rPr>
              <a:t>649</a:t>
            </a:r>
            <a:endParaRPr lang="en-US" altLang="en-NG">
              <a:ea typeface="ＭＳ Ｐゴシック" panose="020B0600070205080204" pitchFamily="34" charset="-128"/>
            </a:endParaRPr>
          </a:p>
        </p:txBody>
      </p:sp>
      <p:sp>
        <p:nvSpPr>
          <p:cNvPr id="178181" name="Text Box 5">
            <a:extLst>
              <a:ext uri="{FF2B5EF4-FFF2-40B4-BE49-F238E27FC236}">
                <a16:creationId xmlns:a16="http://schemas.microsoft.com/office/drawing/2014/main" id="{20BCF407-29FB-77CF-44FD-FCEF0D07E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391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/>
              <a:t>Battle Hymn of the Republic</a:t>
            </a:r>
            <a:endParaRPr lang="en-US" altLang="en-N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CE51A0E2-0277-496B-1376-63936642B97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52400"/>
            <a:ext cx="4038600" cy="228600"/>
          </a:xfrm>
        </p:spPr>
        <p:txBody>
          <a:bodyPr anchor="ctr"/>
          <a:lstStyle/>
          <a:p>
            <a:r>
              <a:rPr lang="en-US" altLang="en-NG" sz="1800"/>
              <a:t>2-2 Battle Hymn of the Republic</a:t>
            </a:r>
            <a:endParaRPr lang="en-US" altLang="en-NG" sz="4400"/>
          </a:p>
        </p:txBody>
      </p:sp>
      <p:pic>
        <p:nvPicPr>
          <p:cNvPr id="179203" name="Picture 3">
            <a:extLst>
              <a:ext uri="{FF2B5EF4-FFF2-40B4-BE49-F238E27FC236}">
                <a16:creationId xmlns:a16="http://schemas.microsoft.com/office/drawing/2014/main" id="{5E3DDB3E-85FA-CAE4-0850-A6B8D3A1F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9204" name="Text Box 4">
            <a:extLst>
              <a:ext uri="{FF2B5EF4-FFF2-40B4-BE49-F238E27FC236}">
                <a16:creationId xmlns:a16="http://schemas.microsoft.com/office/drawing/2014/main" id="{CD6A6604-3346-0A33-157A-F999551AB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050" y="762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>
                <a:ea typeface="ＭＳ Ｐゴシック" panose="020B0600070205080204" pitchFamily="34" charset="-128"/>
              </a:rPr>
              <a:t>649</a:t>
            </a:r>
            <a:endParaRPr lang="en-US" altLang="en-NG">
              <a:ea typeface="ＭＳ Ｐゴシック" panose="020B0600070205080204" pitchFamily="34" charset="-128"/>
            </a:endParaRPr>
          </a:p>
        </p:txBody>
      </p:sp>
      <p:sp>
        <p:nvSpPr>
          <p:cNvPr id="179205" name="Text Box 5">
            <a:extLst>
              <a:ext uri="{FF2B5EF4-FFF2-40B4-BE49-F238E27FC236}">
                <a16:creationId xmlns:a16="http://schemas.microsoft.com/office/drawing/2014/main" id="{DF870DE9-BD16-6F26-3DF1-A81DA5193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391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/>
              <a:t>Battle Hymn of the Republic</a:t>
            </a:r>
            <a:endParaRPr lang="en-US" altLang="en-NG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C33FB449-A429-1435-E0A9-0C8D70ADBDC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52400"/>
            <a:ext cx="4038600" cy="228600"/>
          </a:xfrm>
        </p:spPr>
        <p:txBody>
          <a:bodyPr anchor="ctr"/>
          <a:lstStyle/>
          <a:p>
            <a:r>
              <a:rPr lang="en-US" altLang="en-NG" sz="1800"/>
              <a:t>2-3 Battle Hymn of the Republic</a:t>
            </a:r>
            <a:endParaRPr lang="en-US" altLang="en-NG" sz="4400"/>
          </a:p>
        </p:txBody>
      </p:sp>
      <p:pic>
        <p:nvPicPr>
          <p:cNvPr id="180227" name="Picture 3">
            <a:extLst>
              <a:ext uri="{FF2B5EF4-FFF2-40B4-BE49-F238E27FC236}">
                <a16:creationId xmlns:a16="http://schemas.microsoft.com/office/drawing/2014/main" id="{9902C78D-2B42-EB6D-ECF7-6D3822D5D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0228" name="Text Box 4">
            <a:extLst>
              <a:ext uri="{FF2B5EF4-FFF2-40B4-BE49-F238E27FC236}">
                <a16:creationId xmlns:a16="http://schemas.microsoft.com/office/drawing/2014/main" id="{50FCE4BC-8DE4-1DFF-7091-473316A96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050" y="762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>
                <a:ea typeface="ＭＳ Ｐゴシック" panose="020B0600070205080204" pitchFamily="34" charset="-128"/>
              </a:rPr>
              <a:t>649</a:t>
            </a:r>
            <a:endParaRPr lang="en-US" altLang="en-NG">
              <a:ea typeface="ＭＳ Ｐゴシック" panose="020B0600070205080204" pitchFamily="34" charset="-128"/>
            </a:endParaRPr>
          </a:p>
        </p:txBody>
      </p:sp>
      <p:sp>
        <p:nvSpPr>
          <p:cNvPr id="180229" name="Text Box 5">
            <a:extLst>
              <a:ext uri="{FF2B5EF4-FFF2-40B4-BE49-F238E27FC236}">
                <a16:creationId xmlns:a16="http://schemas.microsoft.com/office/drawing/2014/main" id="{903E9168-D683-81AF-369B-2E6BA459A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391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/>
              <a:t>Battle Hymn of the Republic</a:t>
            </a:r>
            <a:endParaRPr lang="en-US" altLang="en-NG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BB7BF999-9AB4-BB9F-D206-1EB63AFB354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52400"/>
            <a:ext cx="4038600" cy="228600"/>
          </a:xfrm>
        </p:spPr>
        <p:txBody>
          <a:bodyPr anchor="ctr"/>
          <a:lstStyle/>
          <a:p>
            <a:r>
              <a:rPr lang="en-US" altLang="en-NG" sz="1800"/>
              <a:t>2-4 Battle Hymn of the Republic</a:t>
            </a:r>
            <a:endParaRPr lang="en-US" altLang="en-NG" sz="4400"/>
          </a:p>
        </p:txBody>
      </p:sp>
      <p:pic>
        <p:nvPicPr>
          <p:cNvPr id="181251" name="Picture 3">
            <a:extLst>
              <a:ext uri="{FF2B5EF4-FFF2-40B4-BE49-F238E27FC236}">
                <a16:creationId xmlns:a16="http://schemas.microsoft.com/office/drawing/2014/main" id="{03248C13-AD75-D24B-8214-E4BB0A89B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1252" name="Text Box 4">
            <a:extLst>
              <a:ext uri="{FF2B5EF4-FFF2-40B4-BE49-F238E27FC236}">
                <a16:creationId xmlns:a16="http://schemas.microsoft.com/office/drawing/2014/main" id="{D8CBC271-5895-197B-27DD-AEA977050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050" y="762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>
                <a:ea typeface="ＭＳ Ｐゴシック" panose="020B0600070205080204" pitchFamily="34" charset="-128"/>
              </a:rPr>
              <a:t>649</a:t>
            </a:r>
            <a:endParaRPr lang="en-US" altLang="en-NG">
              <a:ea typeface="ＭＳ Ｐゴシック" panose="020B0600070205080204" pitchFamily="34" charset="-128"/>
            </a:endParaRPr>
          </a:p>
        </p:txBody>
      </p:sp>
      <p:sp>
        <p:nvSpPr>
          <p:cNvPr id="181253" name="Text Box 5">
            <a:extLst>
              <a:ext uri="{FF2B5EF4-FFF2-40B4-BE49-F238E27FC236}">
                <a16:creationId xmlns:a16="http://schemas.microsoft.com/office/drawing/2014/main" id="{045A2955-6048-3467-86DF-51D6861A8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391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/>
              <a:t>Battle Hymn of the Republic</a:t>
            </a:r>
            <a:endParaRPr lang="en-US" altLang="en-N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2CAD96B3-36E7-8064-27BD-709B46A26C3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52400"/>
            <a:ext cx="4038600" cy="228600"/>
          </a:xfrm>
        </p:spPr>
        <p:txBody>
          <a:bodyPr anchor="ctr"/>
          <a:lstStyle/>
          <a:p>
            <a:r>
              <a:rPr lang="en-US" altLang="en-NG" sz="1800"/>
              <a:t>3-1 Battle Hymn of the Republic</a:t>
            </a:r>
            <a:endParaRPr lang="en-US" altLang="en-NG" sz="4400"/>
          </a:p>
        </p:txBody>
      </p:sp>
      <p:pic>
        <p:nvPicPr>
          <p:cNvPr id="182275" name="Picture 3">
            <a:extLst>
              <a:ext uri="{FF2B5EF4-FFF2-40B4-BE49-F238E27FC236}">
                <a16:creationId xmlns:a16="http://schemas.microsoft.com/office/drawing/2014/main" id="{84263BE2-0EF6-24FD-0BBF-C66E8FDBE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2276" name="Text Box 4">
            <a:extLst>
              <a:ext uri="{FF2B5EF4-FFF2-40B4-BE49-F238E27FC236}">
                <a16:creationId xmlns:a16="http://schemas.microsoft.com/office/drawing/2014/main" id="{AC98FAFC-8DBD-D864-2E37-A5F5BA0E5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050" y="762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>
                <a:ea typeface="ＭＳ Ｐゴシック" panose="020B0600070205080204" pitchFamily="34" charset="-128"/>
              </a:rPr>
              <a:t>649</a:t>
            </a:r>
            <a:endParaRPr lang="en-US" altLang="en-NG">
              <a:ea typeface="ＭＳ Ｐゴシック" panose="020B0600070205080204" pitchFamily="34" charset="-128"/>
            </a:endParaRPr>
          </a:p>
        </p:txBody>
      </p:sp>
      <p:sp>
        <p:nvSpPr>
          <p:cNvPr id="182277" name="Text Box 5">
            <a:extLst>
              <a:ext uri="{FF2B5EF4-FFF2-40B4-BE49-F238E27FC236}">
                <a16:creationId xmlns:a16="http://schemas.microsoft.com/office/drawing/2014/main" id="{EC199142-F128-A1DE-A824-0B59BA1D7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391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/>
              <a:t>Battle Hymn of the Republic</a:t>
            </a:r>
            <a:endParaRPr lang="en-US" altLang="en-NG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A84CF16C-3E3C-FC5A-1096-CAF5AAC1D68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52400"/>
            <a:ext cx="4038600" cy="228600"/>
          </a:xfrm>
        </p:spPr>
        <p:txBody>
          <a:bodyPr anchor="ctr"/>
          <a:lstStyle/>
          <a:p>
            <a:r>
              <a:rPr lang="en-US" altLang="en-NG" sz="1800"/>
              <a:t>3-2 Battle Hymn of the Republic</a:t>
            </a:r>
            <a:endParaRPr lang="en-US" altLang="en-NG" sz="4400"/>
          </a:p>
        </p:txBody>
      </p:sp>
      <p:pic>
        <p:nvPicPr>
          <p:cNvPr id="183299" name="Picture 3">
            <a:extLst>
              <a:ext uri="{FF2B5EF4-FFF2-40B4-BE49-F238E27FC236}">
                <a16:creationId xmlns:a16="http://schemas.microsoft.com/office/drawing/2014/main" id="{4105DE3F-8832-81CD-C325-7DBFA07C5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3300" name="Text Box 4">
            <a:extLst>
              <a:ext uri="{FF2B5EF4-FFF2-40B4-BE49-F238E27FC236}">
                <a16:creationId xmlns:a16="http://schemas.microsoft.com/office/drawing/2014/main" id="{1C0FF476-2F35-18CC-57D9-2B1398F2B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050" y="762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>
                <a:ea typeface="ＭＳ Ｐゴシック" panose="020B0600070205080204" pitchFamily="34" charset="-128"/>
              </a:rPr>
              <a:t>649</a:t>
            </a:r>
            <a:endParaRPr lang="en-US" altLang="en-NG">
              <a:ea typeface="ＭＳ Ｐゴシック" panose="020B0600070205080204" pitchFamily="34" charset="-128"/>
            </a:endParaRPr>
          </a:p>
        </p:txBody>
      </p:sp>
      <p:sp>
        <p:nvSpPr>
          <p:cNvPr id="183301" name="Text Box 5">
            <a:extLst>
              <a:ext uri="{FF2B5EF4-FFF2-40B4-BE49-F238E27FC236}">
                <a16:creationId xmlns:a16="http://schemas.microsoft.com/office/drawing/2014/main" id="{907C5D00-50DD-2AC2-BE5D-5CF03BA14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391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/>
              <a:t>Battle Hymn of the Republic</a:t>
            </a:r>
            <a:endParaRPr lang="en-US" altLang="en-N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C0334D58-8DE3-02ED-C007-DE1E739B25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52400"/>
            <a:ext cx="4038600" cy="228600"/>
          </a:xfrm>
        </p:spPr>
        <p:txBody>
          <a:bodyPr anchor="ctr"/>
          <a:lstStyle/>
          <a:p>
            <a:r>
              <a:rPr lang="en-US" altLang="en-NG" sz="1800"/>
              <a:t>3-3 Battle Hymn of the Republic</a:t>
            </a:r>
            <a:endParaRPr lang="en-US" altLang="en-NG" sz="4400"/>
          </a:p>
        </p:txBody>
      </p:sp>
      <p:pic>
        <p:nvPicPr>
          <p:cNvPr id="184323" name="Picture 3">
            <a:extLst>
              <a:ext uri="{FF2B5EF4-FFF2-40B4-BE49-F238E27FC236}">
                <a16:creationId xmlns:a16="http://schemas.microsoft.com/office/drawing/2014/main" id="{F117915C-9BBB-1A18-13B6-8CBC97D73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24" name="Text Box 4">
            <a:extLst>
              <a:ext uri="{FF2B5EF4-FFF2-40B4-BE49-F238E27FC236}">
                <a16:creationId xmlns:a16="http://schemas.microsoft.com/office/drawing/2014/main" id="{035DE4EA-138B-6FD8-C2A8-4619F3EF9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050" y="762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>
                <a:ea typeface="ＭＳ Ｐゴシック" panose="020B0600070205080204" pitchFamily="34" charset="-128"/>
              </a:rPr>
              <a:t>649</a:t>
            </a:r>
            <a:endParaRPr lang="en-US" altLang="en-NG">
              <a:ea typeface="ＭＳ Ｐゴシック" panose="020B0600070205080204" pitchFamily="34" charset="-128"/>
            </a:endParaRPr>
          </a:p>
        </p:txBody>
      </p:sp>
      <p:sp>
        <p:nvSpPr>
          <p:cNvPr id="184325" name="Text Box 5">
            <a:extLst>
              <a:ext uri="{FF2B5EF4-FFF2-40B4-BE49-F238E27FC236}">
                <a16:creationId xmlns:a16="http://schemas.microsoft.com/office/drawing/2014/main" id="{2E4C8784-4308-5039-9CD7-C76D32C38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391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/>
              <a:t>Battle Hymn of the Republic</a:t>
            </a:r>
            <a:endParaRPr lang="en-US" altLang="en-N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49452495-8DA5-9C24-2624-919A9655CC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52400"/>
            <a:ext cx="4038600" cy="228600"/>
          </a:xfrm>
        </p:spPr>
        <p:txBody>
          <a:bodyPr anchor="ctr"/>
          <a:lstStyle/>
          <a:p>
            <a:r>
              <a:rPr lang="en-US" altLang="en-NG" sz="1800"/>
              <a:t>3-4 Battle Hymn of the Republic</a:t>
            </a:r>
            <a:endParaRPr lang="en-US" altLang="en-NG" sz="4400"/>
          </a:p>
        </p:txBody>
      </p:sp>
      <p:pic>
        <p:nvPicPr>
          <p:cNvPr id="185347" name="Picture 3">
            <a:extLst>
              <a:ext uri="{FF2B5EF4-FFF2-40B4-BE49-F238E27FC236}">
                <a16:creationId xmlns:a16="http://schemas.microsoft.com/office/drawing/2014/main" id="{F1B913CB-9894-D01F-B64F-F49DDD469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5348" name="Text Box 4">
            <a:extLst>
              <a:ext uri="{FF2B5EF4-FFF2-40B4-BE49-F238E27FC236}">
                <a16:creationId xmlns:a16="http://schemas.microsoft.com/office/drawing/2014/main" id="{A552DA7B-DB34-0A35-3AA3-3124BC3DF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050" y="762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>
                <a:ea typeface="ＭＳ Ｐゴシック" panose="020B0600070205080204" pitchFamily="34" charset="-128"/>
              </a:rPr>
              <a:t>649</a:t>
            </a:r>
            <a:endParaRPr lang="en-US" altLang="en-NG">
              <a:ea typeface="ＭＳ Ｐゴシック" panose="020B0600070205080204" pitchFamily="34" charset="-128"/>
            </a:endParaRPr>
          </a:p>
        </p:txBody>
      </p:sp>
      <p:sp>
        <p:nvSpPr>
          <p:cNvPr id="185349" name="Text Box 5">
            <a:extLst>
              <a:ext uri="{FF2B5EF4-FFF2-40B4-BE49-F238E27FC236}">
                <a16:creationId xmlns:a16="http://schemas.microsoft.com/office/drawing/2014/main" id="{5172FCF7-F004-CBAC-817B-858CB9B02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391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NG" b="1"/>
              <a:t>Battle Hymn of the Republic</a:t>
            </a:r>
            <a:endParaRPr lang="en-US" altLang="en-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NG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NG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144</Words>
  <Application>Microsoft Macintosh PowerPoint</Application>
  <PresentationFormat>On-screen Show (4:3)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Times</vt:lpstr>
      <vt:lpstr>ＭＳ Ｐゴシック</vt:lpstr>
      <vt:lpstr>Arial</vt:lpstr>
      <vt:lpstr>Blank</vt:lpstr>
      <vt:lpstr>1-1 Battle Hymn of the Republic</vt:lpstr>
      <vt:lpstr>1-2 Battle Hymn of the Republic</vt:lpstr>
      <vt:lpstr>1-3 Battle Hymn of the Republic</vt:lpstr>
      <vt:lpstr>1-4 Battle Hymn of the Republic</vt:lpstr>
      <vt:lpstr>2-1 Battle Hymn of the Republic</vt:lpstr>
      <vt:lpstr>2-2 Battle Hymn of the Republic</vt:lpstr>
      <vt:lpstr>2-3 Battle Hymn of the Republic</vt:lpstr>
      <vt:lpstr>2-4 Battle Hymn of the Republic</vt:lpstr>
      <vt:lpstr>3-1 Battle Hymn of the Republic</vt:lpstr>
      <vt:lpstr>3-2 Battle Hymn of the Republic</vt:lpstr>
      <vt:lpstr>3-3 Battle Hymn of the Republic</vt:lpstr>
      <vt:lpstr>3-4 Battle Hymn of the Republic</vt:lpstr>
    </vt:vector>
  </TitlesOfParts>
  <Manager>Robert Taylor</Manager>
  <Company>Taylor Publications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 Hymn of the Republic</dc:title>
  <dc:subject>© 2006 Copyright ePraise Hymnal SFP</dc:subject>
  <dc:creator>Julia Ward Howe/William Steffe</dc:creator>
  <cp:keywords>B Flat</cp:keywords>
  <dc:description/>
  <cp:lastModifiedBy>Ndianabasi Udonkang</cp:lastModifiedBy>
  <cp:revision>61</cp:revision>
  <dcterms:created xsi:type="dcterms:W3CDTF">2001-12-29T03:25:58Z</dcterms:created>
  <dcterms:modified xsi:type="dcterms:W3CDTF">2026-05-30T12:45:23Z</dcterms:modified>
  <cp:category>Favorite Songs of the Church</cp:category>
</cp:coreProperties>
</file>